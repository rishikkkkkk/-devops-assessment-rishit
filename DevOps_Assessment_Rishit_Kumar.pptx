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666" y="7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6563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33B8F-A14C-E1DB-6604-1B6BE943A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114375-E9CC-3048-A8FA-4BC8949A48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3C1347-1772-0832-9D4A-4AC2DD1EC5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E0EA17-7EB0-AD29-1BC8-21DF1E457B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366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03651" y="0"/>
            <a:ext cx="4114800" cy="4114800"/>
          </a:xfrm>
          <a:prstGeom prst="ellipse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920240"/>
            <a:ext cx="3200400" cy="3200400"/>
          </a:xfrm>
          <a:prstGeom prst="ellipse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377440"/>
            <a:ext cx="109728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Assessment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CloudMaven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Rishit Kumar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3154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Presentation</a:t>
            </a:r>
          </a:p>
        </p:txBody>
      </p:sp>
      <p:sp>
        <p:nvSpPr>
          <p:cNvPr id="10" name="Text 8"/>
          <p:cNvSpPr/>
          <p:nvPr/>
        </p:nvSpPr>
        <p:spPr>
          <a:xfrm>
            <a:off x="640080" y="448056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74520" y="448056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08960" y="448056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343400" y="448056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577840" y="448056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12280" y="448056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46720" y="448056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assessment covers and what was built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02336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0352" y="1508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0352" y="1810512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deploy a production-ready 2-tier microservice app on AWS EKS with full observability and CI/CD automation.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4023360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28032" y="1508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28032" y="1810512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infrastructure, containerized app, Kubernetes orchestration, monitoring, logging, and pipeline automation.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971800"/>
            <a:ext cx="4023360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108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" y="3410712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48-hour technical assessment covering all major DevOps disciplines end to end.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971800"/>
            <a:ext cx="4023360" cy="1417320"/>
          </a:xfrm>
          <a:prstGeom prst="rect">
            <a:avLst/>
          </a:prstGeom>
          <a:solidFill>
            <a:srgbClr val="02837A"/>
          </a:solidFill>
          <a:ln w="12700">
            <a:solidFill>
              <a:srgbClr val="0283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28032" y="3108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28032" y="3410712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repository, Terraform code, Helm charts, Dockerfiles, CI/CD pipeline, dashboards, README, and PPT.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 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 across all layers of the project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1097280"/>
          </a:xfrm>
          <a:prstGeom prst="rect">
            <a:avLst/>
          </a:prstGeom>
          <a:solidFill>
            <a:srgbClr val="F8FAFF"/>
          </a:solidFill>
          <a:ln w="19050">
            <a:solidFill>
              <a:srgbClr val="6C348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109728" cy="109728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3258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1618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(IaC) · AWS EKS · VPC · S3 Remote Backend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4114800" cy="1097280"/>
          </a:xfrm>
          <a:prstGeom prst="rect">
            <a:avLst/>
          </a:prstGeom>
          <a:solidFill>
            <a:srgbClr val="F8FAFF"/>
          </a:solidFill>
          <a:ln w="19050">
            <a:solidFill>
              <a:srgbClr val="0D6E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234440"/>
            <a:ext cx="109728" cy="109728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56048" y="13258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56048" y="1618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Dockerfile · Multi-stage builds · DockerHub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468880"/>
            <a:ext cx="4114800" cy="1097280"/>
          </a:xfrm>
          <a:prstGeom prst="rect">
            <a:avLst/>
          </a:prstGeom>
          <a:solidFill>
            <a:srgbClr val="F8FAFF"/>
          </a:solidFill>
          <a:ln w="19050">
            <a:solidFill>
              <a:srgbClr val="1E84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468880"/>
            <a:ext cx="109728" cy="109728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560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285292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· Helm Charts · Nginx Ingress · HPA · CronJob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2468880"/>
            <a:ext cx="4114800" cy="1097280"/>
          </a:xfrm>
          <a:prstGeom prst="rect">
            <a:avLst/>
          </a:prstGeom>
          <a:solidFill>
            <a:srgbClr val="F8FAFF"/>
          </a:solidFill>
          <a:ln w="1905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468880"/>
            <a:ext cx="109728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2560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56048" y="285292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· Terraform Validate/Plan/Apply · Docker Build &amp; Push · Smoke Tests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703320"/>
            <a:ext cx="4114800" cy="1097280"/>
          </a:xfrm>
          <a:prstGeom prst="rect">
            <a:avLst/>
          </a:prstGeom>
          <a:solidFill>
            <a:srgbClr val="F8FAFF"/>
          </a:solidFill>
          <a:ln w="19050">
            <a:solidFill>
              <a:srgbClr val="FB8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703320"/>
            <a:ext cx="109728" cy="1097280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7947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6928" y="408736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· Grafana · Pod/Node CPU-Memory · API Latency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3703320"/>
            <a:ext cx="4114800" cy="1097280"/>
          </a:xfrm>
          <a:prstGeom prst="rect">
            <a:avLst/>
          </a:prstGeom>
          <a:solidFill>
            <a:srgbClr val="F8FAFF"/>
          </a:solidFill>
          <a:ln w="19050">
            <a:solidFill>
              <a:srgbClr val="E539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703320"/>
            <a:ext cx="109728" cy="109728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37947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56048" y="408736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 · Kibana · FluentBit · JSON Structured Logs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system design based on the project implementation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0" y="1005840"/>
            <a:ext cx="201168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0" y="10058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417320"/>
            <a:ext cx="0" cy="27432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20440" y="1691640"/>
            <a:ext cx="2286000" cy="411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044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(CI/CD)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0" y="1892808"/>
            <a:ext cx="9601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06440" y="1892808"/>
            <a:ext cx="9601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1691640"/>
            <a:ext cx="1463040" cy="41148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97280" y="16916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validate/plan/apply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766560" y="1691640"/>
            <a:ext cx="1463040" cy="41148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16916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push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828800" y="2103120"/>
            <a:ext cx="0" cy="41148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0" y="2103120"/>
            <a:ext cx="0" cy="41148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514600"/>
            <a:ext cx="8321040" cy="2286000"/>
          </a:xfrm>
          <a:prstGeom prst="rect">
            <a:avLst/>
          </a:prstGeom>
          <a:solidFill>
            <a:srgbClr val="EAF4FB"/>
          </a:solidFill>
          <a:ln w="1905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2560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" y="2788920"/>
            <a:ext cx="7955280" cy="640080"/>
          </a:xfrm>
          <a:prstGeom prst="rect">
            <a:avLst/>
          </a:prstGeom>
          <a:solidFill>
            <a:srgbClr val="D6EAF8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7889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VPC  —  Public &amp; Private Subnets  |  NAT Gateway  |  Route Tables  |  Security Groups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3520440"/>
            <a:ext cx="7955280" cy="1143000"/>
          </a:xfrm>
          <a:prstGeom prst="rect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54787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EKS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86000" y="3566160"/>
            <a:ext cx="4754880" cy="1005840"/>
          </a:xfrm>
          <a:prstGeom prst="rect">
            <a:avLst/>
          </a:prstGeom>
          <a:solidFill>
            <a:srgbClr val="EBF5FB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31720" y="358444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423160" y="3794760"/>
            <a:ext cx="164592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23160" y="37947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(Node.js)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120640" y="3794760"/>
            <a:ext cx="164592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37947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 /metrics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85800" y="3547872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 |  ConfigMap  |  Secrets  |  HPA  |  CronJob  |  Ingress (Nginx)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617720" y="4800600"/>
            <a:ext cx="0" cy="18288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17520" y="4846320"/>
            <a:ext cx="3200400" cy="182880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17520" y="484632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&amp; Grafana  |  Elasticsearch + Kibana + FluentBit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Infrastructure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 production-ready AWS infrastructure with IaC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91440" cy="38404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527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143560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VPC with DNS hostnames &amp; support enabled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91440" cy="38404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84708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202996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subnets (load balancers) + Private subnets (EKS nodes)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91440" cy="38404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4414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" y="262432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Gateway, NAT Gateway, Route Tables, EIPs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91440" cy="38404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0358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321868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 for EKS nodes with controlled ingress/egress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91440" cy="38404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63016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Cluster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" y="381304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1.29 on t3.medium nodes, autoscaling 1–3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91440" cy="38404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42245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State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" y="440740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 + DynamoDB table for safe Terraform state locking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1234440"/>
            <a:ext cx="2560320" cy="3566160"/>
          </a:xfrm>
          <a:prstGeom prst="rect">
            <a:avLst/>
          </a:prstGeom>
          <a:solidFill>
            <a:srgbClr val="0D1B4B"/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55080" y="1371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Used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55080" y="1783080"/>
            <a:ext cx="228600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18288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clouddrove/eks/aws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0" y="208483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EKS module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(assessment requirement)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355080" y="2651760"/>
            <a:ext cx="228600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26974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modules/custom-vpc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0" y="295351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Custom-written VPC module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full subnet + routing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55080" y="35204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Commands: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55080" y="37490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init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validate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plan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apply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Kubernetes Deployment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2-tier containerized app deployed on EKS via Helm charts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931920" cy="3749040"/>
          </a:xfrm>
          <a:prstGeom prst="rect">
            <a:avLst/>
          </a:prstGeom>
          <a:solidFill>
            <a:srgbClr val="F0F8FF"/>
          </a:solidFill>
          <a:ln w="19050">
            <a:solidFill>
              <a:srgbClr val="0D6E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3931920" cy="384048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Node.js application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API with /health &amp; /metrics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5146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structured logs from both services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30175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Dockerfiles for each service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35204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pushed to </a:t>
            </a:r>
            <a:r>
              <a:rPr lang="en-US" sz="1050" dirty="0" err="1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DockerHub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40233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it also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0" y="1005840"/>
            <a:ext cx="4206240" cy="3749040"/>
          </a:xfrm>
          <a:prstGeom prst="rect">
            <a:avLst/>
          </a:prstGeom>
          <a:solidFill>
            <a:srgbClr val="F0FFF4"/>
          </a:solidFill>
          <a:ln w="19050">
            <a:solidFill>
              <a:srgbClr val="1E84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1005840"/>
            <a:ext cx="4206240" cy="3840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100584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/ Helm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09160" y="15087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charts for Frontend + Backend(their deployment &amp; service)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09160" y="19202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Ingress Controller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9160" y="23317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ConfigMaps + Secrets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09160" y="27432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&amp; Readiness Probes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3154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(Horizontal Pod Autoscaler)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09160" y="35661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limits (CPU/Memory)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09160" y="39776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update strategy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09160" y="43891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CronJob for periodic API calls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Two-job GitHub Actions workflow — automated on every PR and main branch push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20240" cy="457200"/>
          </a:xfrm>
          <a:prstGeom prst="rect">
            <a:avLst/>
          </a:prstGeom>
          <a:solidFill>
            <a:srgbClr val="0D1B4B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Trigger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766560" y="1097280"/>
            <a:ext cx="1920240" cy="457200"/>
          </a:xfrm>
          <a:prstGeom prst="rect">
            <a:avLst/>
          </a:prstGeom>
          <a:solidFill>
            <a:srgbClr val="0D1B4B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0" y="1097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Branch Push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3749040" cy="2926080"/>
          </a:xfrm>
          <a:prstGeom prst="rect">
            <a:avLst/>
          </a:prstGeom>
          <a:solidFill>
            <a:srgbClr val="0D1B4B"/>
          </a:solidFill>
          <a:ln w="1905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37360"/>
            <a:ext cx="3749040" cy="411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373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1 — CI (Pull Request)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286000"/>
            <a:ext cx="3474720" cy="411480"/>
          </a:xfrm>
          <a:prstGeom prst="rect">
            <a:avLst/>
          </a:prstGeom>
          <a:solidFill>
            <a:srgbClr val="1E2761"/>
          </a:solidFill>
          <a:ln w="6350">
            <a:solidFill>
              <a:srgbClr val="8899B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2860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Terraform fmt &amp; validate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2834640"/>
            <a:ext cx="3474720" cy="411480"/>
          </a:xfrm>
          <a:prstGeom prst="rect">
            <a:avLst/>
          </a:prstGeom>
          <a:solidFill>
            <a:srgbClr val="1E2761"/>
          </a:solidFill>
          <a:ln w="6350">
            <a:solidFill>
              <a:srgbClr val="8899B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8346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Docker build test (no push)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3383280"/>
            <a:ext cx="3474720" cy="411480"/>
          </a:xfrm>
          <a:prstGeom prst="rect">
            <a:avLst/>
          </a:prstGeom>
          <a:solidFill>
            <a:srgbClr val="1E2761"/>
          </a:solidFill>
          <a:ln w="6350">
            <a:solidFill>
              <a:srgbClr val="8899B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3832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Kubernetes manifest lint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3931920"/>
            <a:ext cx="3474720" cy="411480"/>
          </a:xfrm>
          <a:prstGeom prst="rect">
            <a:avLst/>
          </a:prstGeom>
          <a:solidFill>
            <a:srgbClr val="1E2761"/>
          </a:solidFill>
          <a:ln w="6350">
            <a:solidFill>
              <a:srgbClr val="8899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9319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Upload build artifacts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937760" y="1737360"/>
            <a:ext cx="3749040" cy="2926080"/>
          </a:xfrm>
          <a:prstGeom prst="rect">
            <a:avLst/>
          </a:prstGeom>
          <a:solidFill>
            <a:srgbClr val="0D1B4B"/>
          </a:solidFill>
          <a:ln w="19050">
            <a:solidFill>
              <a:srgbClr val="43A04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1737360"/>
            <a:ext cx="3749040" cy="41148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7373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2 — CD (Main Branch)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74920" y="2286000"/>
            <a:ext cx="3474720" cy="347472"/>
          </a:xfrm>
          <a:prstGeom prst="rect">
            <a:avLst/>
          </a:prstGeom>
          <a:solidFill>
            <a:srgbClr val="1E2761"/>
          </a:solidFill>
          <a:ln w="6350">
            <a:solidFill>
              <a:srgbClr val="8899B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66360" y="22860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Terraform plan &amp; apply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74920" y="2724912"/>
            <a:ext cx="3474720" cy="347472"/>
          </a:xfrm>
          <a:prstGeom prst="rect">
            <a:avLst/>
          </a:prstGeom>
          <a:solidFill>
            <a:srgbClr val="1E2761"/>
          </a:solidFill>
          <a:ln w="6350">
            <a:solidFill>
              <a:srgbClr val="8899B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66360" y="272491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Docker build &amp; push to DockerHub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74920" y="3163824"/>
            <a:ext cx="3474720" cy="347472"/>
          </a:xfrm>
          <a:prstGeom prst="rect">
            <a:avLst/>
          </a:prstGeom>
          <a:solidFill>
            <a:srgbClr val="1E2761"/>
          </a:solidFill>
          <a:ln w="6350">
            <a:solidFill>
              <a:srgbClr val="8899B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316382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Helm deploy to EKS cluster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74920" y="3602736"/>
            <a:ext cx="3474720" cy="347472"/>
          </a:xfrm>
          <a:prstGeom prst="rect">
            <a:avLst/>
          </a:prstGeom>
          <a:solidFill>
            <a:srgbClr val="1E2761"/>
          </a:solidFill>
          <a:ln w="6350">
            <a:solidFill>
              <a:srgbClr val="8899B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66360" y="360273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Rollout status verification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74920" y="4041648"/>
            <a:ext cx="3474720" cy="347472"/>
          </a:xfrm>
          <a:prstGeom prst="rect">
            <a:avLst/>
          </a:prstGeom>
          <a:solidFill>
            <a:srgbClr val="1E2761"/>
          </a:solidFill>
          <a:ln w="6350">
            <a:solidFill>
              <a:srgbClr val="8899B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66360" y="404164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Smoke test: curl /health endpoint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Monitoring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pipeline: Backend /metrics → Prometheus → Grafana Dashboards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64592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/metrics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03120" y="1325880"/>
            <a:ext cx="36576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68880" y="1005840"/>
            <a:ext cx="1645920" cy="640080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0058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0" y="1325880"/>
            <a:ext cx="36576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005840"/>
            <a:ext cx="1645920" cy="6400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80560" y="10058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0" y="1005840"/>
            <a:ext cx="2286000" cy="640080"/>
          </a:xfrm>
          <a:prstGeom prst="rect">
            <a:avLst/>
          </a:prstGeom>
          <a:solidFill>
            <a:srgbClr val="FFF3E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0058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via Helm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 stack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" y="19202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CPU &amp; Memory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" y="23317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108960" y="27432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64608" y="19202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CPU &amp;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64608" y="23317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193280" y="263804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5488" y="33375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Request Count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5488" y="37490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108960" y="416052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64608" y="33375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Latency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64608" y="37490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498080" y="416052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96AA429C-7683-FCD0-CEB3-320335F14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082" y="1755647"/>
            <a:ext cx="6873836" cy="299942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/>
              <a:t>Kibana</a:t>
            </a:r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pipeline: All pods → FluentBit → Elasticsearch → Kibana Dashboards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828800" cy="64008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05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Pod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94560" y="1325880"/>
            <a:ext cx="32004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14600" y="1005840"/>
            <a:ext cx="1828800" cy="64008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005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FluentBit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1325880"/>
            <a:ext cx="32004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005840"/>
            <a:ext cx="1828800" cy="64008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005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92240" y="1325880"/>
            <a:ext cx="32004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12280" y="1005840"/>
            <a:ext cx="1828800" cy="640080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12280" y="1005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Kibana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" y="19202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Log Dashboard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" y="23317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108960" y="27432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64608" y="19202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Status Codes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64608" y="23317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498080" y="27432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5488" y="33375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Endpoints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5488" y="37490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108960" y="416052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64608" y="33375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Volume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64608" y="37490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498080" y="416052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pic>
        <p:nvPicPr>
          <p:cNvPr id="40" name="Image 0" descr="/home/claude/kibana_errors.png">
            <a:extLst>
              <a:ext uri="{FF2B5EF4-FFF2-40B4-BE49-F238E27FC236}">
                <a16:creationId xmlns:a16="http://schemas.microsoft.com/office/drawing/2014/main" id="{39487178-6312-AB82-7689-A07DD7323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755648"/>
            <a:ext cx="841248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 &amp; Challenges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Reflections, issues faced, and the improvements roadmap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0D1B4B"/>
          </a:solidFill>
          <a:ln w="1905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38404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62763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reusable Terraform modules for real AWS infra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21031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Helm charts for multi-service K8s deployments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257860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the full Prometheus → Grafana metrics pipeline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3054096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remote state with S3 backend and DynamoDB state locking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3529584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Configuring liveness and readiness probes for zero-downtime rolling updates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400507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GitHub Secrets for AWS credentials and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DockerHub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tokens securely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1159764"/>
            <a:ext cx="3931920" cy="1600200"/>
          </a:xfrm>
          <a:prstGeom prst="rect">
            <a:avLst/>
          </a:prstGeom>
          <a:solidFill>
            <a:srgbClr val="0D1B4B"/>
          </a:solidFill>
          <a:ln w="19050">
            <a:solidFill>
              <a:srgbClr val="FB8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836676"/>
            <a:ext cx="3931920" cy="384048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731520"/>
            <a:ext cx="393192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135788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Faced difficulties integrating the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CloudDrove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EKS module due to incorrect input variables and module configuration.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92040" y="18059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Experienced Kubernetes pod scheduling failures due to AWS VPC CNI pod limits on a `t3.micro` node.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92040" y="223875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Encountered monitoring stack deployment constraints as Prometheus and Grafana required additional cluster resources beyond the available free-tier capacity.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834640"/>
            <a:ext cx="3931920" cy="2029968"/>
          </a:xfrm>
          <a:prstGeom prst="rect">
            <a:avLst/>
          </a:prstGeom>
          <a:solidFill>
            <a:srgbClr val="0D1B4B"/>
          </a:solidFill>
          <a:ln w="19050">
            <a:solidFill>
              <a:srgbClr val="43A04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834640"/>
            <a:ext cx="3931920" cy="38404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8346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 Roadmap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92040" y="33375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Alertmanager for Grafana alert rules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92040" y="373075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GitOps with ArgoCD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92040" y="412394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Multi-environment (dev/staging/prod) Terraform workspaces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92040" y="451713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Vault for secrets management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4C6A86-23BF-DB5E-C51C-0C6A68AD0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3347" y="0"/>
            <a:ext cx="368166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891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7BCFFC-6671-5736-0FBF-D8DD9B7C1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CA7AD0C1-BBED-1233-85B1-5C77ABD064BF}"/>
              </a:ext>
            </a:extLst>
          </p:cNvPr>
          <p:cNvSpPr txBox="1"/>
          <p:nvPr/>
        </p:nvSpPr>
        <p:spPr>
          <a:xfrm>
            <a:off x="2420112" y="1316736"/>
            <a:ext cx="38770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dirty="0">
                <a:latin typeface="Algerian" panose="04020705040A02060702" pitchFamily="82" charset="0"/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3499898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809</Words>
  <Application>Microsoft Office PowerPoint</Application>
  <PresentationFormat>On-screen Show (16:9)</PresentationFormat>
  <Paragraphs>163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Algerian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 Intern Assessment – CloudMaven</dc:title>
  <dc:subject>PptxGenJS Presentation</dc:subject>
  <dc:creator>Rishit Kumar</dc:creator>
  <cp:lastModifiedBy>Rishit Kumar</cp:lastModifiedBy>
  <cp:revision>4</cp:revision>
  <dcterms:created xsi:type="dcterms:W3CDTF">2026-06-05T06:15:16Z</dcterms:created>
  <dcterms:modified xsi:type="dcterms:W3CDTF">2026-06-05T06:50:01Z</dcterms:modified>
</cp:coreProperties>
</file>